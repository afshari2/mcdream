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201cd3bf5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201cd3bf5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01cd3bf5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201cd3bf5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01cd3bf5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01cd3bf5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01cd3bf5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01cd3bf5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01cd3bf5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01cd3bf5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01cd3bf5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01cd3bf5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01cd3bf5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01cd3bf5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01cd3bf5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01cd3bf5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01cd3bf5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01cd3bf5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01cd3bf5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01cd3bf5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youtube.com/watch?v=weWaV7pZoFM" TargetMode="External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09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2286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500">
                <a:latin typeface="Times"/>
                <a:ea typeface="Times"/>
                <a:cs typeface="Times"/>
                <a:sym typeface="Times"/>
              </a:rPr>
              <a:t>3D game development with Unity</a:t>
            </a:r>
            <a:endParaRPr sz="6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77350" y="3166700"/>
            <a:ext cx="85206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-2286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6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                      Supervisor:                                                                Candidate:</a:t>
            </a:r>
            <a:endParaRPr sz="6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286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6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                Erős Bence Dániel                                                        Pouria Afshari</a:t>
            </a:r>
            <a:endParaRPr sz="6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28600" lvl="0" marL="457200" rtl="0" algn="ct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6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Assistant lecturer                                                   Computer Science BSc</a:t>
            </a:r>
            <a:endParaRPr sz="6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250" y="0"/>
            <a:ext cx="20955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posing: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Balancing storytelling and interactive gameplay.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Highlighting real-world career struggles.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Tasks</a:t>
            </a:r>
            <a:r>
              <a:rPr lang="en-GB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Develop a 3D first-person game with cooking mechanics.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Integrate a 2D visual novel introduction.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6950" y="445025"/>
            <a:ext cx="3295350" cy="205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6945" y="2617325"/>
            <a:ext cx="3295355" cy="205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Methods and Technologies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Tools Used</a:t>
            </a:r>
            <a:r>
              <a:rPr lang="en-GB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Unity (Game Engine)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Krita (2D Art)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C# (Scripting)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Methods</a:t>
            </a:r>
            <a:r>
              <a:rPr lang="en-GB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State Machines</a:t>
            </a:r>
            <a:r>
              <a:rPr lang="en-GB" sz="1100">
                <a:solidFill>
                  <a:schemeClr val="dk1"/>
                </a:solidFill>
              </a:rPr>
              <a:t>: For cooking stages (raw → cooking → burned).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Raycasting</a:t>
            </a:r>
            <a:r>
              <a:rPr lang="en-GB" sz="1100">
                <a:solidFill>
                  <a:schemeClr val="dk1"/>
                </a:solidFill>
              </a:rPr>
              <a:t>: Detect and interact with kitchen objects (e.g., stove, counters).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Randomization</a:t>
            </a:r>
            <a:r>
              <a:rPr lang="en-GB" sz="1100">
                <a:solidFill>
                  <a:schemeClr val="dk1"/>
                </a:solidFill>
              </a:rPr>
              <a:t>: Order system generates unpredictable customer requests.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9349" y="2256651"/>
            <a:ext cx="2793775" cy="174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9350" y="511700"/>
            <a:ext cx="2793775" cy="1744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 Novel Introduction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2D Storytelling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Mei’s journey as a struggling computer science graduate.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Visual novel style implemented using custom dialogue systems.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Assets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Character sprites and backgrounds designed in Krita.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Integration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Transition from visual novel to gameplay for a seamless player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experience.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1467" y="560200"/>
            <a:ext cx="3285683" cy="205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6810" y="2613750"/>
            <a:ext cx="3600340" cy="199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Cooking Simulation Mechanics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Core Gameplay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Prepare food orders (e.g., burgers, salads) based on dynamic requests.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Manage stations: grill, fryer, and assembly counter.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Cooking Workflow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Food stages: Raw → Cooking → Cooked → Burned.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Challenges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Timing and precision in completing orders.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150" y="2285025"/>
            <a:ext cx="3654149" cy="2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First-Person Controls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Character Movement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WASD for movement, mouse for looking around.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Smooth navigation implemented with Unity's </a:t>
            </a:r>
            <a:r>
              <a:rPr b="1" lang="en-GB" sz="1100">
                <a:solidFill>
                  <a:schemeClr val="dk1"/>
                </a:solidFill>
              </a:rPr>
              <a:t>Character Controller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Object Interaction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Raycasting to detect and interact with kitchen items (e.g., stoves, ingredients).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Feedback System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Visual cues (highlighting objects) and audio feedback when interacting.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5200" y="445025"/>
            <a:ext cx="3347098" cy="209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Clown Encounter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Trigger Event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After completing two orders, the clown appears unexpectedly.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Implementation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Scripted </a:t>
            </a:r>
            <a:r>
              <a:rPr b="1" lang="en-GB" sz="1100">
                <a:solidFill>
                  <a:schemeClr val="dk1"/>
                </a:solidFill>
              </a:rPr>
              <a:t>enemy spawn</a:t>
            </a:r>
            <a:r>
              <a:rPr lang="en-GB" sz="1100">
                <a:solidFill>
                  <a:schemeClr val="dk1"/>
                </a:solidFill>
              </a:rPr>
              <a:t> and movement logic.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Raycasting for detection and interaction.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Purpose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Break the monotony and add an emotional shock to the gameplay.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2450" y="445025"/>
            <a:ext cx="3709850" cy="231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 Ending and Motivational Message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Ending</a:t>
            </a:r>
            <a:r>
              <a:rPr lang="en-GB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Mei wakes up: It was a dream.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Motivational message: </a:t>
            </a:r>
            <a:r>
              <a:rPr i="1" lang="en-GB" sz="1300">
                <a:solidFill>
                  <a:schemeClr val="dk1"/>
                </a:solidFill>
              </a:rPr>
              <a:t>“Your journey is far from over.”</a:t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Goal</a:t>
            </a:r>
            <a:r>
              <a:rPr lang="en-GB" sz="1300">
                <a:solidFill>
                  <a:schemeClr val="dk1"/>
                </a:solidFill>
              </a:rPr>
              <a:t>: Inspire players to persevere through challenges.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176" y="2195050"/>
            <a:ext cx="3798124" cy="237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3325" y="2770854"/>
            <a:ext cx="2876902" cy="179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Conclusions and Future Work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Conclusions</a:t>
            </a:r>
            <a:r>
              <a:rPr lang="en-GB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Successfully combined storytelling and interactive first-person mechanics.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Developed immersive cooking simulation and dynamic gameplay.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Future Work</a:t>
            </a:r>
            <a:r>
              <a:rPr lang="en-GB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Multiplayer Mode</a:t>
            </a:r>
            <a:r>
              <a:rPr lang="en-GB" sz="1300">
                <a:solidFill>
                  <a:schemeClr val="dk1"/>
                </a:solidFill>
              </a:rPr>
              <a:t>: Cooperative gameplay in the kitchen.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VR Support</a:t>
            </a:r>
            <a:r>
              <a:rPr lang="en-GB" sz="1300">
                <a:solidFill>
                  <a:schemeClr val="dk1"/>
                </a:solidFill>
              </a:rPr>
              <a:t>: Full immersion for cooking tasks.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Expanded Storyline</a:t>
            </a:r>
            <a:r>
              <a:rPr lang="en-GB" sz="1300">
                <a:solidFill>
                  <a:schemeClr val="dk1"/>
                </a:solidFill>
              </a:rPr>
              <a:t>: Branching dialogue options for multiple endings.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1823250" y="2082350"/>
            <a:ext cx="55272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 play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this is a game I made for my Computer Science BSc thesis." id="123" name="Google Shape;123;p22" title="McDream Walk through 100% (No commentary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1700" y="1083014"/>
            <a:ext cx="6320600" cy="35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